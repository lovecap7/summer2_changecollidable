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52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4DA76-6075-45BA-AE7B-1D60F37C27C3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E07E9-98FE-4B25-8EA9-916CD57CC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72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E07E9-98FE-4B25-8EA9-916CD57CC63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368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404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124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532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176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593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270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619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999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248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1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110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1530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629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61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143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9928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8519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60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3" r:id="rId1"/>
    <p:sldLayoutId id="214748445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  <p:sldLayoutId id="2147484464" r:id="rId12"/>
    <p:sldLayoutId id="2147484465" r:id="rId13"/>
    <p:sldLayoutId id="2147484466" r:id="rId14"/>
    <p:sldLayoutId id="2147484467" r:id="rId15"/>
    <p:sldLayoutId id="2147484468" r:id="rId16"/>
    <p:sldLayoutId id="214748446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65CAE6-F73D-9764-9452-6A4B8C5E11B0}"/>
              </a:ext>
            </a:extLst>
          </p:cNvPr>
          <p:cNvSpPr txBox="1"/>
          <p:nvPr/>
        </p:nvSpPr>
        <p:spPr>
          <a:xfrm>
            <a:off x="633047" y="337625"/>
            <a:ext cx="7880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Unity</a:t>
            </a:r>
            <a:r>
              <a:rPr kumimoji="1" lang="ja-JP" altLang="en-US" sz="5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を組み合わせた開発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B948E4A6-D6F3-1B9B-AE47-3C42D060C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39" y="2878409"/>
            <a:ext cx="5728570" cy="26661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A6EA0DED-1CF1-72D8-4FA6-6BCA7BCCF8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314"/>
          <a:stretch>
            <a:fillRect/>
          </a:stretch>
        </p:blipFill>
        <p:spPr>
          <a:xfrm>
            <a:off x="6239893" y="4833775"/>
            <a:ext cx="5728571" cy="803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269E2F-6D39-8D2C-8956-0F587F0C1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178" y="2860302"/>
            <a:ext cx="1620958" cy="188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B7F026-9F10-2D9A-0C50-EEB4729D9539}"/>
              </a:ext>
            </a:extLst>
          </p:cNvPr>
          <p:cNvSpPr txBox="1"/>
          <p:nvPr/>
        </p:nvSpPr>
        <p:spPr>
          <a:xfrm>
            <a:off x="6465455" y="312253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書き出し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962D5F8-B26C-8814-2991-DCACBB47BBE0}"/>
              </a:ext>
            </a:extLst>
          </p:cNvPr>
          <p:cNvSpPr txBox="1"/>
          <p:nvPr/>
        </p:nvSpPr>
        <p:spPr>
          <a:xfrm>
            <a:off x="1314883" y="1513090"/>
            <a:ext cx="9562233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Unity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でオブジェクトの配置データやステータスを設定し、</a:t>
            </a:r>
            <a:endParaRPr kumimoji="1" lang="en-US" altLang="ja-JP" sz="2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CSV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に書き出しています。</a:t>
            </a:r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2C418D82-2AC0-2D68-5D88-B60CB205CE0B}"/>
              </a:ext>
            </a:extLst>
          </p:cNvPr>
          <p:cNvSpPr/>
          <p:nvPr/>
        </p:nvSpPr>
        <p:spPr>
          <a:xfrm>
            <a:off x="6268519" y="3507192"/>
            <a:ext cx="2339772" cy="86214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5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72A3-CE3B-C471-40A5-B8EE993A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C25812-77FA-E065-4B9C-247A8B93B14C}"/>
              </a:ext>
            </a:extLst>
          </p:cNvPr>
          <p:cNvSpPr txBox="1"/>
          <p:nvPr/>
        </p:nvSpPr>
        <p:spPr>
          <a:xfrm>
            <a:off x="633047" y="337625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敵のグループ化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F1E430B-CE73-998E-A8EA-2FF183105D03}"/>
              </a:ext>
            </a:extLst>
          </p:cNvPr>
          <p:cNvSpPr txBox="1"/>
          <p:nvPr/>
        </p:nvSpPr>
        <p:spPr>
          <a:xfrm>
            <a:off x="1940856" y="1386572"/>
            <a:ext cx="8310288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プレイヤーを複数の敵が同時に攻撃しないように</a:t>
            </a:r>
            <a:endParaRPr kumimoji="1" lang="en-US" altLang="ja-JP" sz="2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グループ内で</a:t>
            </a:r>
            <a:r>
              <a:rPr kumimoji="1" lang="en-US" altLang="ja-JP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人だけ攻撃できる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ようにしました。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8A63FD0-3D1D-25BF-4F7C-172069157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60" y="2691254"/>
            <a:ext cx="3189305" cy="296149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D6A998-B3C2-2F51-8BC1-A35172B5CCD1}"/>
              </a:ext>
            </a:extLst>
          </p:cNvPr>
          <p:cNvSpPr txBox="1"/>
          <p:nvPr/>
        </p:nvSpPr>
        <p:spPr>
          <a:xfrm>
            <a:off x="984215" y="5815076"/>
            <a:ext cx="767010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*</a:t>
            </a:r>
            <a:r>
              <a:rPr kumimoji="1" lang="ja-JP" altLang="en-US" sz="2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画像では各グループを球体の色で分かりやすくしてます。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EAB91F8-E6B6-15BD-13DC-30D417EF6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64" b="94553" l="9738" r="96442">
                        <a14:foregroundMark x1="49813" y1="11089" x2="51685" y2="4864"/>
                        <a14:foregroundMark x1="35768" y1="25292" x2="35768" y2="25292"/>
                        <a14:foregroundMark x1="61798" y1="24319" x2="61798" y2="24319"/>
                        <a14:foregroundMark x1="92135" y1="81712" x2="92135" y2="81712"/>
                        <a14:foregroundMark x1="96442" y1="86576" x2="96442" y2="86576"/>
                        <a14:foregroundMark x1="92884" y1="94553" x2="92884" y2="94553"/>
                        <a14:backgroundMark x1="56742" y1="90467" x2="56742" y2="90467"/>
                        <a14:backgroundMark x1="57491" y1="89105" x2="56180" y2="90856"/>
                        <a14:backgroundMark x1="70974" y1="91829" x2="70974" y2="95136"/>
                        <a14:backgroundMark x1="72659" y1="92412" x2="68165" y2="91829"/>
                        <a14:backgroundMark x1="58801" y1="91440" x2="58801" y2="91440"/>
                        <a14:backgroundMark x1="58052" y1="90467" x2="58801" y2="900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9488" y="4284695"/>
            <a:ext cx="1512148" cy="14555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2F7E2FD-0433-9346-E109-43CC60856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64" b="94553" l="9738" r="96442">
                        <a14:foregroundMark x1="49813" y1="11089" x2="51685" y2="4864"/>
                        <a14:foregroundMark x1="35768" y1="25292" x2="35768" y2="25292"/>
                        <a14:foregroundMark x1="61798" y1="24319" x2="61798" y2="24319"/>
                        <a14:foregroundMark x1="92135" y1="81712" x2="92135" y2="81712"/>
                        <a14:foregroundMark x1="96442" y1="86576" x2="96442" y2="86576"/>
                        <a14:foregroundMark x1="92884" y1="94553" x2="92884" y2="94553"/>
                        <a14:backgroundMark x1="56742" y1="90467" x2="56742" y2="90467"/>
                        <a14:backgroundMark x1="57491" y1="89105" x2="56180" y2="90856"/>
                        <a14:backgroundMark x1="70974" y1="91829" x2="70974" y2="95136"/>
                        <a14:backgroundMark x1="72659" y1="92412" x2="68165" y2="91829"/>
                        <a14:backgroundMark x1="58801" y1="91440" x2="58801" y2="91440"/>
                        <a14:backgroundMark x1="58052" y1="90467" x2="58801" y2="900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5194" y="4197240"/>
            <a:ext cx="1512147" cy="145551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E1F0E6D-63A4-7ADF-C277-720EF08B15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55" b="94253" l="9881" r="94889">
                        <a14:foregroundMark x1="60818" y1="9885" x2="60818" y2="9885"/>
                        <a14:foregroundMark x1="41056" y1="10345" x2="41056" y2="10345"/>
                        <a14:foregroundMark x1="89438" y1="57701" x2="93015" y2="74943"/>
                        <a14:foregroundMark x1="94889" y1="94253" x2="94889" y2="94253"/>
                        <a14:foregroundMark x1="55366" y1="33103" x2="55366" y2="33103"/>
                        <a14:foregroundMark x1="30664" y1="34253" x2="30664" y2="34253"/>
                        <a14:foregroundMark x1="39182" y1="57241" x2="37990" y2="554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7341" y="2917605"/>
            <a:ext cx="1844786" cy="1367090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CBB4038F-E9C9-70B9-DD44-78FCE3AE3842}"/>
              </a:ext>
            </a:extLst>
          </p:cNvPr>
          <p:cNvSpPr/>
          <p:nvPr/>
        </p:nvSpPr>
        <p:spPr>
          <a:xfrm>
            <a:off x="5091891" y="4924996"/>
            <a:ext cx="1261442" cy="53382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攻撃権</a:t>
            </a:r>
          </a:p>
        </p:txBody>
      </p:sp>
      <p:sp>
        <p:nvSpPr>
          <p:cNvPr id="13" name="矢印: 折線 12">
            <a:extLst>
              <a:ext uri="{FF2B5EF4-FFF2-40B4-BE49-F238E27FC236}">
                <a16:creationId xmlns:a16="http://schemas.microsoft.com/office/drawing/2014/main" id="{4901C22E-32EE-E16C-4425-1DA3E5C3146F}"/>
              </a:ext>
            </a:extLst>
          </p:cNvPr>
          <p:cNvSpPr/>
          <p:nvPr/>
        </p:nvSpPr>
        <p:spPr>
          <a:xfrm>
            <a:off x="6179213" y="3390788"/>
            <a:ext cx="1122897" cy="76901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矢印: 折線 13">
            <a:extLst>
              <a:ext uri="{FF2B5EF4-FFF2-40B4-BE49-F238E27FC236}">
                <a16:creationId xmlns:a16="http://schemas.microsoft.com/office/drawing/2014/main" id="{ACD00956-EBD8-317E-99DA-6AA2F07D5636}"/>
              </a:ext>
            </a:extLst>
          </p:cNvPr>
          <p:cNvSpPr/>
          <p:nvPr/>
        </p:nvSpPr>
        <p:spPr>
          <a:xfrm rot="5400000">
            <a:off x="9001685" y="3449442"/>
            <a:ext cx="809901" cy="769018"/>
          </a:xfrm>
          <a:prstGeom prst="bentArrow">
            <a:avLst>
              <a:gd name="adj1" fmla="val 25000"/>
              <a:gd name="adj2" fmla="val 25601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0D1E3E99-DD24-472C-F67D-68C8A0526832}"/>
              </a:ext>
            </a:extLst>
          </p:cNvPr>
          <p:cNvSpPr/>
          <p:nvPr/>
        </p:nvSpPr>
        <p:spPr>
          <a:xfrm rot="10800000">
            <a:off x="7177341" y="4703415"/>
            <a:ext cx="1600515" cy="4884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11220F-94DB-9579-8551-6F9FE83EA0BA}"/>
              </a:ext>
            </a:extLst>
          </p:cNvPr>
          <p:cNvSpPr txBox="1"/>
          <p:nvPr/>
        </p:nvSpPr>
        <p:spPr>
          <a:xfrm>
            <a:off x="6045017" y="2615953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グループ内で攻撃を順番に行います。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F2C1F55-57F4-0B3B-D1E1-7A90C9A7FE5F}"/>
              </a:ext>
            </a:extLst>
          </p:cNvPr>
          <p:cNvSpPr txBox="1"/>
          <p:nvPr/>
        </p:nvSpPr>
        <p:spPr>
          <a:xfrm>
            <a:off x="4788300" y="3680556"/>
            <a:ext cx="175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攻撃後に回す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37B5BB-D463-E83C-1B22-1C8BFBB93997}"/>
              </a:ext>
            </a:extLst>
          </p:cNvPr>
          <p:cNvSpPr txBox="1"/>
          <p:nvPr/>
        </p:nvSpPr>
        <p:spPr>
          <a:xfrm>
            <a:off x="9657379" y="3519727"/>
            <a:ext cx="175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攻撃後に回す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FAD34F1-6093-A25F-6FFA-C4DD509E73D1}"/>
              </a:ext>
            </a:extLst>
          </p:cNvPr>
          <p:cNvSpPr txBox="1"/>
          <p:nvPr/>
        </p:nvSpPr>
        <p:spPr>
          <a:xfrm>
            <a:off x="7449378" y="5226083"/>
            <a:ext cx="175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攻撃後に回す</a:t>
            </a:r>
          </a:p>
        </p:txBody>
      </p:sp>
    </p:spTree>
    <p:extLst>
      <p:ext uri="{BB962C8B-B14F-4D97-AF65-F5344CB8AC3E}">
        <p14:creationId xmlns:p14="http://schemas.microsoft.com/office/powerpoint/2010/main" val="6063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8E9A-EE72-8A97-9C08-C4C08578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DC4C27-3253-4E39-8214-6879559D1611}"/>
              </a:ext>
            </a:extLst>
          </p:cNvPr>
          <p:cNvSpPr txBox="1"/>
          <p:nvPr/>
        </p:nvSpPr>
        <p:spPr>
          <a:xfrm>
            <a:off x="633047" y="337625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賢い敵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8F331C5-EBAC-2DBE-C820-A5256BC8F593}"/>
              </a:ext>
            </a:extLst>
          </p:cNvPr>
          <p:cNvSpPr txBox="1"/>
          <p:nvPr/>
        </p:nvSpPr>
        <p:spPr>
          <a:xfrm>
            <a:off x="1156186" y="1551502"/>
            <a:ext cx="9879628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障害物を避けて移動や索敵、プレイヤーとの距離を取るなど</a:t>
            </a:r>
            <a:endParaRPr kumimoji="1" lang="en-US" altLang="ja-JP" sz="2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行動パターンを増やし状況に合わせて選択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しています。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5706E42-326F-4349-F779-E01ECA678973}"/>
              </a:ext>
            </a:extLst>
          </p:cNvPr>
          <p:cNvSpPr txBox="1"/>
          <p:nvPr/>
        </p:nvSpPr>
        <p:spPr>
          <a:xfrm>
            <a:off x="568161" y="5142095"/>
            <a:ext cx="3429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間に障害物があるなら避ける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DED3DE-78A8-5144-A8CB-E6AB07BB2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61" y="3429455"/>
            <a:ext cx="3530565" cy="149731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D2FBCC4-FD2C-9641-361A-194F5FEDA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196" y="2932331"/>
            <a:ext cx="2645954" cy="1994437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8B458A0-2259-545F-211F-0ADA244D7E6C}"/>
              </a:ext>
            </a:extLst>
          </p:cNvPr>
          <p:cNvSpPr txBox="1"/>
          <p:nvPr/>
        </p:nvSpPr>
        <p:spPr>
          <a:xfrm>
            <a:off x="4098726" y="5142095"/>
            <a:ext cx="377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視界にプレイヤーがいるかを索敵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4416E510-DA16-3E57-0F26-2BB903B29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463" y="2773364"/>
            <a:ext cx="3191192" cy="2156391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2359A9C-B467-7D80-C39C-C84BB66BF3E9}"/>
              </a:ext>
            </a:extLst>
          </p:cNvPr>
          <p:cNvSpPr txBox="1"/>
          <p:nvPr/>
        </p:nvSpPr>
        <p:spPr>
          <a:xfrm>
            <a:off x="8559890" y="5142095"/>
            <a:ext cx="3429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プレイヤーと距離を取る</a:t>
            </a:r>
          </a:p>
        </p:txBody>
      </p:sp>
    </p:spTree>
    <p:extLst>
      <p:ext uri="{BB962C8B-B14F-4D97-AF65-F5344CB8AC3E}">
        <p14:creationId xmlns:p14="http://schemas.microsoft.com/office/powerpoint/2010/main" val="1289885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空">
  <a:themeElements>
    <a:clrScheme name="天空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天空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天空</Template>
  <TotalTime>91</TotalTime>
  <Words>262</Words>
  <Application>Microsoft Office PowerPoint</Application>
  <PresentationFormat>ワイド画面</PresentationFormat>
  <Paragraphs>20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HGS創英角ｺﾞｼｯｸUB</vt:lpstr>
      <vt:lpstr>游ゴシック</vt:lpstr>
      <vt:lpstr>Arial</vt:lpstr>
      <vt:lpstr>Calibri</vt:lpstr>
      <vt:lpstr>Calibri Light</vt:lpstr>
      <vt:lpstr>天空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恋 井上</dc:creator>
  <cp:lastModifiedBy>恋 井上</cp:lastModifiedBy>
  <cp:revision>1</cp:revision>
  <dcterms:created xsi:type="dcterms:W3CDTF">2025-09-03T13:18:00Z</dcterms:created>
  <dcterms:modified xsi:type="dcterms:W3CDTF">2025-09-03T14:49:51Z</dcterms:modified>
</cp:coreProperties>
</file>