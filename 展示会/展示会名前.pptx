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2E92D-9559-4854-B4BD-7CC36B79EB7B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740C8-7AFB-442B-B352-3D477EFD95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5682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4306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6C24DF-3816-71BC-00C0-93B56D3B63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81D3CAF-312E-5324-6920-D06E10C47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91AF92-EA75-94D9-86AD-19B2CE89D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0210-7516-4BDB-B077-1C8ED6EC0BA0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AD66F1-0868-782F-243F-54273C6D0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AF44A1-4667-C9FA-8869-E61945330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2EA0A-72F6-449B-87C7-21C2A4F04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7367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1DB2EE-55BA-3592-E8D1-B5CFC24A0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836E26-5BF7-0829-6624-B154734D3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32A082-FD7A-7E11-7418-1B281352B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0210-7516-4BDB-B077-1C8ED6EC0BA0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6FCB61-EA4B-1C63-627C-6B486C00B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941446-B713-BF84-5EFB-E632B1DEC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2EA0A-72F6-449B-87C7-21C2A4F04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2106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1F781B-DD40-A816-60B0-8A7F58751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77AA40-A5E4-F820-2D31-FB3D51617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39091D-D5F8-8F53-EA87-08CC6C032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0210-7516-4BDB-B077-1C8ED6EC0BA0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60C543-273C-AF57-5440-75CACF498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750711-AA29-FA0E-EEA7-300625305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2EA0A-72F6-449B-87C7-21C2A4F04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9056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B28211-B08E-E9DA-E976-F671999FB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E5AE30-166A-843E-66F8-7C723A6ACD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34E598-46A1-53DC-3D21-5BCDAC819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7EA6AAD-5BE0-2A2C-BBBB-2E7A2F5D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0210-7516-4BDB-B077-1C8ED6EC0BA0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1D6D123-82B0-DC11-0826-5FB133B89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603996-E338-AEC6-F97F-7A4B3D637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2EA0A-72F6-449B-87C7-21C2A4F04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0434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0F405E-6DDD-7D86-FE76-938B7FBF8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A9A477A-0C34-67A9-6C70-1D2EA1F85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7269D3A-09A5-6F89-4142-941645597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BCFE4CA-3BCE-6B72-58C4-1BA7DB72D8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9F15CB7-AEC2-08D8-DFAB-2FDAA1F15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C204459-D9F8-BBB3-1EC1-08D689BCB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0210-7516-4BDB-B077-1C8ED6EC0BA0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7443C88-5580-0008-8321-6C354BC61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E28C627-73A2-B2DA-C47C-4F4930627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2EA0A-72F6-449B-87C7-21C2A4F04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045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A7EDC2-F864-B59C-7F46-FDF860E20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35133D4-E5C6-DAB3-7670-8F482A4E7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0210-7516-4BDB-B077-1C8ED6EC0BA0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5EA3BAA-0ACF-BC62-06C4-34A8D47F4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A467E98-71BF-60E5-EB5F-9718B477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2EA0A-72F6-449B-87C7-21C2A4F04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6673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8435F18-ACFB-B1EA-F0D3-7E63E289B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0210-7516-4BDB-B077-1C8ED6EC0BA0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6F81075-C023-15B0-C8EF-3AB6BFDA1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2AD763A-25B4-6D10-B020-191570D5D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2EA0A-72F6-449B-87C7-21C2A4F04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2573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B20BF7-050F-7F8F-7B7D-2B740CA44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DA62EA-0A41-20A5-4A17-3D05E3760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3BFE369-3371-2DCE-A212-D302FF341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A425ECD-02DF-496F-79FD-58DD9681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0210-7516-4BDB-B077-1C8ED6EC0BA0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85CDA0-DA98-BD40-0910-EA8AF0326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2DB9994-5162-F81D-0D52-2E6EBC51F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2EA0A-72F6-449B-87C7-21C2A4F04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7463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902F4E-80D4-64EF-4C59-AA195E133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A2452D1-8156-FA36-0018-D0A1F848CE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9863CD0-8EB4-06DD-1E9B-59C91D154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3B9C9C7-C0F8-DEA9-1759-33F2330DA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0210-7516-4BDB-B077-1C8ED6EC0BA0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5F920F8-112E-5373-D1FF-294E628D2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5A8F67E-C654-791B-AAF0-8858C619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2EA0A-72F6-449B-87C7-21C2A4F04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211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D28E0A-A785-A6D8-4713-067563E79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5EB6774-EE26-653B-5018-DDACB59E2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62EA8D-4CE0-8D5F-2095-AD2587DF7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0210-7516-4BDB-B077-1C8ED6EC0BA0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78F4AB-F3DE-2965-DA28-9DAAC9247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CCCA0D-4AA9-318A-D9B7-EA50E54F0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2EA0A-72F6-449B-87C7-21C2A4F04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0064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FAD11BB-6AA3-791B-5E35-6748D9E48C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210FFB8-D114-307D-1745-33C940B9C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CBE075-F496-17D7-A192-B45C20526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0210-7516-4BDB-B077-1C8ED6EC0BA0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CB1ABE-A38C-2F69-CB23-5B9729E31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B2F422-2189-AE26-53F2-9F4AA1827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2EA0A-72F6-449B-87C7-21C2A4F04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4852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45603C7-11A0-34E1-2E89-F63316531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D5384D4-089C-AD01-23C1-C74C0D04A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36CD52-2784-A998-3449-E9C4FD84CF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CA0210-7516-4BDB-B077-1C8ED6EC0BA0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A30317-76B1-EA54-6A72-E16860746E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0D3EE2-A625-E0CC-ABC3-56F2999DA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C2EA0A-72F6-449B-87C7-21C2A4F04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7000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lang="ja-JP" altLang="en-US" sz="80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45585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b="1" spc="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いのうえ　　れん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60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30753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井上</a:t>
            </a:r>
            <a:r>
              <a:rPr kumimoji="1" lang="ja-JP" altLang="en-US" sz="1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恋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11885" y="1636707"/>
            <a:ext cx="108939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600" b="1" spc="-300">
                <a:solidFill>
                  <a:srgbClr val="6F86C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ゲームプログラマー</a:t>
            </a:r>
          </a:p>
        </p:txBody>
      </p:sp>
    </p:spTree>
    <p:extLst>
      <p:ext uri="{BB962C8B-B14F-4D97-AF65-F5344CB8AC3E}">
        <p14:creationId xmlns:p14="http://schemas.microsoft.com/office/powerpoint/2010/main" val="2608324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</Words>
  <Application>Microsoft Office PowerPoint</Application>
  <PresentationFormat>ワイド画面</PresentationFormat>
  <Paragraphs>7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井上　恋</dc:creator>
  <cp:lastModifiedBy>井上　恋</cp:lastModifiedBy>
  <cp:revision>1</cp:revision>
  <dcterms:created xsi:type="dcterms:W3CDTF">2025-09-02T00:43:10Z</dcterms:created>
  <dcterms:modified xsi:type="dcterms:W3CDTF">2025-09-02T00:45:34Z</dcterms:modified>
</cp:coreProperties>
</file>